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  <p:sldId id="267" r:id="rId5"/>
    <p:sldId id="266" r:id="rId6"/>
    <p:sldId id="257" r:id="rId7"/>
    <p:sldId id="256" r:id="rId8"/>
    <p:sldId id="258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7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A6A0D-F9A2-4BE2-86A9-F8C677535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5B939B-352B-42DA-A299-8BBB9A6F9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38F6A4-2C66-4557-8811-E9FC08B8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9A1D9D-D744-450D-A280-42A4B26C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2D57B9-093F-4E5A-B572-3BF630B4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064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34F70-C9E6-4460-80DC-351F066A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D2897-2E95-4909-B71A-B557F9978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ECECBE-40CB-4124-9D23-B9798ABB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5593D0-AA6B-4D0E-BF01-846AABB1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F4CD7-A6C2-4132-851B-EC591E5A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419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9B698-A3EA-46A8-AC14-11F87F3B1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D7492A-DB02-4F9B-A89A-1714C1027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EC9BF-3B5D-417A-B11E-B6E02B8E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005D1-AC32-43E8-AF5A-895970C0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14355-9727-43A0-B780-E084B8ED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672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FB4BC-E84F-4B60-9528-2006CF83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33D221-8D5D-4560-8E1C-F60BC5F59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74E50B-3408-4DD3-B17A-2CA647F64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27E25-4C2D-49CE-9E51-CE7DFCE5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A1B0E-6978-4F73-9BDA-DC2A9093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999C62-9863-4DD4-883F-A0157E99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665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8766C-16AA-4D62-AA07-D4113D4E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6612A1-B7EF-42CE-957A-D668E4CD8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0FC332-0FC4-4A53-B375-DB733EBCF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41AD00-0AF1-46F3-81B3-CBB4158A5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1CEB45-7E5F-410F-B27C-09DDF539C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8137AE7-99EC-4332-A0A6-65C2906A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CB2044-9460-4CD8-83BB-8B036641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5DB5BF-CF74-4437-B823-BE760D61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726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3558-7022-48CE-B4F2-CECEFCC8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32FBEE-22B8-4883-80C5-9D2D5604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B437EE-165A-470E-B456-11C54954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95AB96-E78F-442C-92C3-7D5E8E4B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051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176B24-2AA6-4D6A-9D33-138F75E2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284646-223C-439B-9560-55243828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C00F5C-F872-4D9A-8B4B-BFE4E417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581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C039A-8CB9-41D3-ACD3-B6BB43FA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D84E-6CF2-4FCA-A0BD-131FCBFF8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48C928-ACEF-4D57-8FD1-F53BC77CC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8E3924-A9D7-45C9-937E-01BC67FC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C0DA48-F400-4C01-A529-3EECE81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1A9DD4-2868-4C6D-85DE-D43E20E5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578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525EB-BA71-44DA-8BCC-35FB069BD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68D6FD-5AEC-4310-914C-FD0373B65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FC386B-47ED-489D-AED0-024E6423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050840-1397-4F89-9C51-2A9475E9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851CA2-2DF8-42C1-95EC-326C52DE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1BDCD3-3B3F-43EF-AF41-D3621926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760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0AA5C-50FE-4AE3-96FF-255E689A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945AAA-0453-41A0-9963-6E311639C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1F448-5B65-46F0-839D-1F9DFAB8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6BCAF8-1044-4993-AAB1-DF5696D8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8AB132-83D5-4967-8500-8080DB6C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018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3ED33E-3026-4359-AC45-FA73FEBFA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AFB422-E138-4249-B778-17C7C6A66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A6F846-73F7-44E0-9E00-EA13C1FE8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57F759-087E-4B43-A4AD-3BBEFCD5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75871-9D0E-476A-90C2-5C3EC4F2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98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BFA48B-0A80-4B5A-B5E9-447D530A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865614-193D-4930-AD64-8A23B6430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8E00F1-90E7-47D9-BA7C-E9ED9157D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A6B51-89EF-4E62-AC70-F509745EACC4}" type="datetimeFigureOut">
              <a:rPr lang="es-PE" smtClean="0"/>
              <a:t>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3F4E36-6425-4B01-BCEC-22BFB8505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4202A6-F897-478C-8401-E9EB5AAE2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AF354-493D-41A4-BAB2-13CBF5D3B4E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167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dnuni.uni.edu.pe/d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6A46-AC9F-4E2A-A003-3B4F2E8C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469" y="2202717"/>
            <a:ext cx="4607169" cy="1325563"/>
          </a:xfrm>
        </p:spPr>
        <p:txBody>
          <a:bodyPr/>
          <a:lstStyle/>
          <a:p>
            <a:pPr algn="ctr"/>
            <a:r>
              <a:rPr lang="es-PE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472270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3FC9867-016F-400A-BADC-7D5665774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9" y="-4946"/>
            <a:ext cx="10294419" cy="6862946"/>
          </a:xfrm>
        </p:spPr>
      </p:pic>
    </p:spTree>
    <p:extLst>
      <p:ext uri="{BB962C8B-B14F-4D97-AF65-F5344CB8AC3E}">
        <p14:creationId xmlns:p14="http://schemas.microsoft.com/office/powerpoint/2010/main" val="195355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6A46-AC9F-4E2A-A003-3B4F2E8C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469" y="2202717"/>
            <a:ext cx="4607169" cy="1325563"/>
          </a:xfrm>
        </p:spPr>
        <p:txBody>
          <a:bodyPr/>
          <a:lstStyle/>
          <a:p>
            <a:pPr algn="ctr"/>
            <a:r>
              <a:rPr lang="es-PE" dirty="0"/>
              <a:t>NORMATIVA</a:t>
            </a:r>
          </a:p>
        </p:txBody>
      </p:sp>
    </p:spTree>
    <p:extLst>
      <p:ext uri="{BB962C8B-B14F-4D97-AF65-F5344CB8AC3E}">
        <p14:creationId xmlns:p14="http://schemas.microsoft.com/office/powerpoint/2010/main" val="349699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01FB38-6EB8-45BA-92BE-15B3B5F04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Al hacer </a:t>
            </a:r>
            <a:r>
              <a:rPr lang="es-PE" dirty="0" err="1"/>
              <a:t>click</a:t>
            </a:r>
            <a:r>
              <a:rPr lang="es-PE" dirty="0"/>
              <a:t> en la pestaña NORMATIVA que redireccione a:</a:t>
            </a:r>
          </a:p>
          <a:p>
            <a:endParaRPr lang="es-PE" dirty="0"/>
          </a:p>
          <a:p>
            <a:r>
              <a:rPr lang="es-PE" dirty="0">
                <a:hlinkClick r:id="rId2"/>
              </a:rPr>
              <a:t>https://cdnuni.uni.edu.pe/dn/</a:t>
            </a:r>
            <a:r>
              <a:rPr lang="es-P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337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6A46-AC9F-4E2A-A003-3B4F2E8C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469" y="2202717"/>
            <a:ext cx="4607169" cy="1325563"/>
          </a:xfrm>
        </p:spPr>
        <p:txBody>
          <a:bodyPr/>
          <a:lstStyle/>
          <a:p>
            <a:pPr algn="ctr"/>
            <a:r>
              <a:rPr lang="es-PE" dirty="0"/>
              <a:t>PROCESOS</a:t>
            </a:r>
          </a:p>
        </p:txBody>
      </p:sp>
    </p:spTree>
    <p:extLst>
      <p:ext uri="{BB962C8B-B14F-4D97-AF65-F5344CB8AC3E}">
        <p14:creationId xmlns:p14="http://schemas.microsoft.com/office/powerpoint/2010/main" val="69592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D16256C-9F84-40D1-812A-B1A1AAB6B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32" y="105632"/>
            <a:ext cx="10626737" cy="6646736"/>
          </a:xfrm>
        </p:spPr>
      </p:pic>
      <p:sp>
        <p:nvSpPr>
          <p:cNvPr id="6" name="CuadroTexto 3">
            <a:extLst>
              <a:ext uri="{FF2B5EF4-FFF2-40B4-BE49-F238E27FC236}">
                <a16:creationId xmlns:a16="http://schemas.microsoft.com/office/drawing/2014/main" id="{F3CCDF37-E83C-4E14-A249-FA0496AC1982}"/>
              </a:ext>
            </a:extLst>
          </p:cNvPr>
          <p:cNvSpPr txBox="1"/>
          <p:nvPr/>
        </p:nvSpPr>
        <p:spPr>
          <a:xfrm>
            <a:off x="5087699" y="2700743"/>
            <a:ext cx="495300" cy="295275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367021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BDE1B-F775-4483-A397-91C8544CC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F2E282-ADD1-4557-B673-2CF0A396A1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AutoShape 2" descr="Imagen generada 5">
            <a:extLst>
              <a:ext uri="{FF2B5EF4-FFF2-40B4-BE49-F238E27FC236}">
                <a16:creationId xmlns:a16="http://schemas.microsoft.com/office/drawing/2014/main" id="{07956619-54A9-4BE2-981C-C32C3CA595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C10F8D-04A3-4D7C-A644-2F41895D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DBB4891-DA72-4C6E-8F98-CEB6C866C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489" y="1538828"/>
            <a:ext cx="8471139" cy="3614569"/>
          </a:xfrm>
          <a:prstGeom prst="rect">
            <a:avLst/>
          </a:prstGeom>
        </p:spPr>
      </p:pic>
      <p:sp>
        <p:nvSpPr>
          <p:cNvPr id="8" name="CuadroTexto 3">
            <a:extLst>
              <a:ext uri="{FF2B5EF4-FFF2-40B4-BE49-F238E27FC236}">
                <a16:creationId xmlns:a16="http://schemas.microsoft.com/office/drawing/2014/main" id="{93C1FAF3-8570-40BF-859B-A5204D2A32DD}"/>
              </a:ext>
            </a:extLst>
          </p:cNvPr>
          <p:cNvSpPr txBox="1"/>
          <p:nvPr/>
        </p:nvSpPr>
        <p:spPr>
          <a:xfrm>
            <a:off x="3598765" y="4197768"/>
            <a:ext cx="601002" cy="295275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100%</a:t>
            </a:r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93C1FAF3-8570-40BF-859B-A5204D2A32DD}"/>
              </a:ext>
            </a:extLst>
          </p:cNvPr>
          <p:cNvSpPr txBox="1"/>
          <p:nvPr/>
        </p:nvSpPr>
        <p:spPr>
          <a:xfrm>
            <a:off x="5516956" y="4153659"/>
            <a:ext cx="495300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>
                <a:solidFill>
                  <a:srgbClr val="FF0000"/>
                </a:solidFill>
              </a:rPr>
              <a:t>85%</a:t>
            </a:r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3C1FAF3-8570-40BF-859B-A5204D2A32DD}"/>
              </a:ext>
            </a:extLst>
          </p:cNvPr>
          <p:cNvSpPr txBox="1"/>
          <p:nvPr/>
        </p:nvSpPr>
        <p:spPr>
          <a:xfrm>
            <a:off x="7966019" y="3787708"/>
            <a:ext cx="579171" cy="277440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100%</a:t>
            </a:r>
          </a:p>
        </p:txBody>
      </p:sp>
      <p:sp>
        <p:nvSpPr>
          <p:cNvPr id="11" name="CuadroTexto 3">
            <a:extLst>
              <a:ext uri="{FF2B5EF4-FFF2-40B4-BE49-F238E27FC236}">
                <a16:creationId xmlns:a16="http://schemas.microsoft.com/office/drawing/2014/main" id="{93C1FAF3-8570-40BF-859B-A5204D2A32DD}"/>
              </a:ext>
            </a:extLst>
          </p:cNvPr>
          <p:cNvSpPr txBox="1"/>
          <p:nvPr/>
        </p:nvSpPr>
        <p:spPr>
          <a:xfrm>
            <a:off x="8955691" y="3198474"/>
            <a:ext cx="495300" cy="2952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938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319505B-5EAA-4630-9DE2-69E41B608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4" y="77063"/>
            <a:ext cx="10171405" cy="6780937"/>
          </a:xfrm>
        </p:spPr>
      </p:pic>
      <p:sp>
        <p:nvSpPr>
          <p:cNvPr id="4" name="AutoShape 2" descr="Imagen generada 6">
            <a:extLst>
              <a:ext uri="{FF2B5EF4-FFF2-40B4-BE49-F238E27FC236}">
                <a16:creationId xmlns:a16="http://schemas.microsoft.com/office/drawing/2014/main" id="{474BF72B-0828-4E63-B686-C0AA241978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D8BA7E8A-A215-4E9B-90E7-9CDA9CBF8B93}"/>
              </a:ext>
            </a:extLst>
          </p:cNvPr>
          <p:cNvSpPr txBox="1"/>
          <p:nvPr/>
        </p:nvSpPr>
        <p:spPr>
          <a:xfrm>
            <a:off x="8632011" y="3657778"/>
            <a:ext cx="495300" cy="295275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313423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6A46-AC9F-4E2A-A003-3B4F2E8C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469" y="2202717"/>
            <a:ext cx="4607169" cy="1325563"/>
          </a:xfrm>
        </p:spPr>
        <p:txBody>
          <a:bodyPr/>
          <a:lstStyle/>
          <a:p>
            <a:pPr algn="ctr"/>
            <a:r>
              <a:rPr lang="es-PE" dirty="0"/>
              <a:t>SIMPLIFICACION</a:t>
            </a:r>
          </a:p>
        </p:txBody>
      </p:sp>
    </p:spTree>
    <p:extLst>
      <p:ext uri="{BB962C8B-B14F-4D97-AF65-F5344CB8AC3E}">
        <p14:creationId xmlns:p14="http://schemas.microsoft.com/office/powerpoint/2010/main" val="2546223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79FA2F6-8499-45F5-9E6E-E5E032ACE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73" y="118696"/>
            <a:ext cx="9930912" cy="6620608"/>
          </a:xfrm>
        </p:spPr>
      </p:pic>
    </p:spTree>
    <p:extLst>
      <p:ext uri="{BB962C8B-B14F-4D97-AF65-F5344CB8AC3E}">
        <p14:creationId xmlns:p14="http://schemas.microsoft.com/office/powerpoint/2010/main" val="343745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6A46-AC9F-4E2A-A003-3B4F2E8C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469" y="2202717"/>
            <a:ext cx="4607169" cy="1325563"/>
          </a:xfrm>
        </p:spPr>
        <p:txBody>
          <a:bodyPr/>
          <a:lstStyle/>
          <a:p>
            <a:pPr algn="ctr"/>
            <a:r>
              <a:rPr lang="es-PE" dirty="0"/>
              <a:t>ORGANIZACION</a:t>
            </a:r>
          </a:p>
        </p:txBody>
      </p:sp>
    </p:spTree>
    <p:extLst>
      <p:ext uri="{BB962C8B-B14F-4D97-AF65-F5344CB8AC3E}">
        <p14:creationId xmlns:p14="http://schemas.microsoft.com/office/powerpoint/2010/main" val="58474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75ED885-4895-46F8-B18C-D042B3B6D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28" y="159077"/>
            <a:ext cx="9986955" cy="6539845"/>
          </a:xfrm>
        </p:spPr>
      </p:pic>
    </p:spTree>
    <p:extLst>
      <p:ext uri="{BB962C8B-B14F-4D97-AF65-F5344CB8AC3E}">
        <p14:creationId xmlns:p14="http://schemas.microsoft.com/office/powerpoint/2010/main" val="1466201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39</Words>
  <Application>Microsoft Office PowerPoint</Application>
  <PresentationFormat>Panorámica</PresentationFormat>
  <Paragraphs>14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DASHBOARD</vt:lpstr>
      <vt:lpstr>Presentación de PowerPoint</vt:lpstr>
      <vt:lpstr>NORMATIVA</vt:lpstr>
      <vt:lpstr>Presentación de PowerPoint</vt:lpstr>
      <vt:lpstr>PROCESOS</vt:lpstr>
      <vt:lpstr>Presentación de PowerPoint</vt:lpstr>
      <vt:lpstr>Presentación de PowerPoint</vt:lpstr>
      <vt:lpstr>Presentación de PowerPoint</vt:lpstr>
      <vt:lpstr>SIMPLIFICACION</vt:lpstr>
      <vt:lpstr>Presentación de PowerPoint</vt:lpstr>
      <vt:lpstr>ORGANIZACION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E.Rodriguez</dc:creator>
  <cp:lastModifiedBy>E.Rodriguez</cp:lastModifiedBy>
  <cp:revision>7</cp:revision>
  <dcterms:created xsi:type="dcterms:W3CDTF">2026-10-09T18:10:41Z</dcterms:created>
  <dcterms:modified xsi:type="dcterms:W3CDTF">2026-10-09T21:11:02Z</dcterms:modified>
</cp:coreProperties>
</file>